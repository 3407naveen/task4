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Business Dashboard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Interactive Dashboard for Business Stakeholders</a:t>
            </a:r>
          </a:p>
          <a:p/>
          <a:p>
            <a:r>
              <a:t>Created using Streamlit</a:t>
            </a:r>
          </a:p>
          <a:p>
            <a:r>
              <a:t>Dataset: Superstore Sales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an interactive dashboard for business stakeholders to inform data-driven decisions.</a:t>
            </a:r>
          </a:p>
          <a:p>
            <a:pPr lvl="1"/>
            <a:r>
              <a:t>• Learn how to create dashboards that inform business decisions</a:t>
            </a:r>
          </a:p>
          <a:p>
            <a:pPr lvl="1"/>
            <a:r>
              <a:t>• Use Power BI / Tableau tools (Streamlit alternative used)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Superstore Sales Dataset - Sample sales and financial data</a:t>
            </a:r>
          </a:p>
          <a:p>
            <a:pPr lvl="1"/>
            <a:r>
              <a:t>• Contains sales transactions with customer, product, and location details</a:t>
            </a:r>
          </a:p>
          <a:p>
            <a:pPr lvl="1"/>
            <a:r>
              <a:t>• Includes metrics: Sales, Profit, Quantity, Discount</a:t>
            </a:r>
          </a:p>
          <a:p>
            <a:pPr lvl="1"/>
            <a:r>
              <a:t>• Time period: Multiple years of sales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metrics chosen for business analysis:</a:t>
            </a:r>
          </a:p>
          <a:p>
            <a:pPr lvl="1"/>
            <a:r>
              <a:t>• Sales: Total revenue generated</a:t>
            </a:r>
          </a:p>
          <a:p>
            <a:pPr lvl="1"/>
            <a:r>
              <a:t>• Profit: Net profit after costs and discounts</a:t>
            </a:r>
          </a:p>
          <a:p>
            <a:pPr lvl="1"/>
            <a:r>
              <a:t>• Growth: Profit margin percentage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elements for enhanced user experience:</a:t>
            </a:r>
          </a:p>
          <a:p>
            <a:pPr lvl="1"/>
            <a:r>
              <a:t>• Slicers/Filters: Region, Category, Year range selection</a:t>
            </a:r>
          </a:p>
          <a:p>
            <a:pPr lvl="1"/>
            <a:r>
              <a:t>• Time-series Analysis: Sales trends over time with line charts</a:t>
            </a:r>
          </a:p>
          <a:p>
            <a:pPr lvl="1"/>
            <a:r>
              <a:t>• Cards for Totals: KPI summary cards with key metrics</a:t>
            </a:r>
          </a:p>
          <a:p>
            <a:pPr lvl="1"/>
            <a:r>
              <a:t>• Consistent Color Theme: Blue-based professional color scheme</a:t>
            </a:r>
          </a:p>
          <a:p>
            <a:pPr lvl="1"/>
            <a:r>
              <a:t>• Navigation Menu: Sidebar with filter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 Included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Charts and graphs for data analysis:</a:t>
            </a:r>
          </a:p>
          <a:p>
            <a:pPr lvl="1"/>
            <a:r>
              <a:t>• Bar Charts: Sales by Category, Top Products</a:t>
            </a:r>
          </a:p>
          <a:p>
            <a:pPr lvl="1"/>
            <a:r>
              <a:t>• Pie Chart: Sales distribution by Region</a:t>
            </a:r>
          </a:p>
          <a:p>
            <a:pPr lvl="1"/>
            <a:r>
              <a:t>• Line Chart: Sales trend over time</a:t>
            </a:r>
          </a:p>
          <a:p>
            <a:pPr lvl="1"/>
            <a:r>
              <a:t>• Horizontal Bar Chart: Profit by Sub-Category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using Streamlit framework:</a:t>
            </a:r>
          </a:p>
          <a:p>
            <a:pPr lvl="1"/>
            <a:r>
              <a:t>• Python-based interactive web application</a:t>
            </a:r>
          </a:p>
          <a:p>
            <a:pPr lvl="1"/>
            <a:r>
              <a:t>• Libraries: Pandas, Plotly, Streamlit</a:t>
            </a:r>
          </a:p>
          <a:p>
            <a:pPr lvl="1"/>
            <a:r>
              <a:t>• Responsive design with sidebar navigation</a:t>
            </a:r>
          </a:p>
          <a:p>
            <a:pPr lvl="1"/>
            <a:r>
              <a:t>• Real-time filtering and data updates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Skills developed through this project:</a:t>
            </a:r>
          </a:p>
          <a:p>
            <a:pPr lvl="1"/>
            <a:r>
              <a:t>• Dashboard design principles for business intelligence</a:t>
            </a:r>
          </a:p>
          <a:p>
            <a:pPr lvl="1"/>
            <a:r>
              <a:t>• Data visualization techniques using modern tools</a:t>
            </a:r>
          </a:p>
          <a:p>
            <a:pPr lvl="1"/>
            <a:r>
              <a:t>• Interactive filtering and user experience design</a:t>
            </a:r>
          </a:p>
          <a:p>
            <a:pPr lvl="1"/>
            <a:r>
              <a:t>• KPI selection and business metric analysis</a:t>
            </a:r>
          </a:p>
          <a:p>
            <a:pPr lvl="1"/>
            <a:r>
              <a:t>• Time-series analysis and trend identification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interactive dashboard provides business stakeholders with:</a:t>
            </a:r>
          </a:p>
          <a:p>
            <a:pPr lvl="1"/>
            <a:r>
              <a:t>• Comprehensive view of sales performance</a:t>
            </a:r>
          </a:p>
          <a:p>
            <a:pPr lvl="1"/>
            <a:r>
              <a:t>• Real-time filtering capabilities for detailed analysis</a:t>
            </a:r>
          </a:p>
          <a:p>
            <a:pPr lvl="1"/>
            <a:r>
              <a:t>• Visual insights to support data-driven decisions</a:t>
            </a:r>
          </a:p>
          <a:p>
            <a:pPr lvl="1"/>
            <a:r>
              <a:t>• Professional presentation with consistent theming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